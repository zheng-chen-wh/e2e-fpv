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CC"/>
    <a:srgbClr val="6666FF"/>
    <a:srgbClr val="F16161"/>
    <a:srgbClr val="FFF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C9986-19EB-8EC4-39AF-0FDFC7941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9FBED9-1178-377E-7121-74040D8F2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4F02DD-6D00-23DD-5D0C-19D1AD2B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9DB94F-2D6A-B237-1904-689E0AB05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8E3A0-F47E-D95E-686A-B5FC91D2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55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62ED9-3475-8326-677B-65BA0374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DCD78-436C-9E5E-A700-157E331DD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BB982-780C-127B-7AC9-BAA89A13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AB160-A480-654A-2B17-D176B8EC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1FE9E2-4588-DFA1-4B51-F056B658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98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697E3-6CB3-0D1E-F655-3134EAE1E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1AF61F-72DC-E49C-1A6C-F5CD41FDE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8CEEDB-B0F9-D441-C875-C573ED27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A9037A-02F2-D012-A3AD-F0D1797C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6A525-9CAA-FBBA-815F-77BB6951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14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738CD-D02C-2C21-8F31-0B5B5D8D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C5BC5E-82FF-D4F7-6304-072DB6242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29AD54-E08D-6266-F8C2-0F8E41684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2888C6-64D4-73F8-A1CF-3BD87F44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257CF1-FBC8-F643-662E-F0BF74F8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A5307C-6A8A-C5A1-2BC4-C2803B67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41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04BD6-5A7D-9884-288F-F4E9140FE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A73B0A-D19D-88D2-E6BC-8A82DC4D6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9664CE-31EF-5F4D-D0D0-EE27F4E09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9E12B7-6DCF-7785-4FCB-AFB1F1308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575909-C78D-B384-FD02-ED1EEDC64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3C8878-29CC-CD4F-4A2D-271A28C6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5A0E4B-FE0B-F9A4-1CD4-4EE3AFF4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731A34-AEB9-B48D-2140-C57FEC99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48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20CD2-6F6A-E82A-649F-F1A379C0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1FDE88-F1A0-5E3B-375F-098C1CF6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6519A6-5E3F-245A-C785-4189E6A4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7601FC-DABA-E01C-C983-F2899924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762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442B3C-9DF9-37EA-F010-88643326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01AAD7-E2F4-5A6E-95D6-5802D37C2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AFF1F5-A378-D869-2B0D-A7DC09C9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77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A5DC3-5E1C-BE24-2738-5CA209A72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9E490-98D0-9439-CEE3-AF9E2E992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DA7A93-0F9C-C434-8402-1F0B42963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B30A50-CB0D-B9B4-F066-84F84F83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3BF36B-0B8D-C78A-260B-6D410A66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DEBC97-5631-F48F-C35E-A335B472D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39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28745-F5D7-3BC4-7B96-1F057728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459478-98D0-C855-ABF9-AF9CF30FE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F474B1-CF54-FF4A-D2A4-D63A6378F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001020-7297-7EAB-17A7-BE87486A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3D6C1A-E96D-D58E-E38F-18949478A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DA511E-6925-0695-3D47-1E690282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95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91871-90FD-93A9-1974-B69A342C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93BA8B-99DE-7547-1DA0-1CE222F7B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6E8E1-C531-4AE4-95D0-977AB00D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B2C3DA-55E8-E1B6-FB3D-71B0CD2B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BE62D9-D50A-9292-5E54-52AB39FE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96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76DE3C-A46D-0644-1BEA-9C4F98188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42BC0E-6C00-BF3F-2D1D-3606EB3AA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A3DD24-D1EF-690F-E75B-1321BCA5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807E45-87B7-0E37-0DC0-AB1607B9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19608B-84EA-B53C-AF40-B1B27C50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42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DF4593-133D-5A17-601C-32E2FDAF4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CACF8-3E4F-E32F-142B-53C35BE5C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149E27-9DD0-316B-8784-EC62C72AA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5C8A1-0F93-4DB0-B1B4-92CB69981D72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4EDE67-9C78-40BF-F55F-1A3235AC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8E38DE-DB73-C575-CE5A-4358A543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47EC1-A63D-477A-A664-04B547758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0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立方体 3">
            <a:extLst>
              <a:ext uri="{FF2B5EF4-FFF2-40B4-BE49-F238E27FC236}">
                <a16:creationId xmlns:a16="http://schemas.microsoft.com/office/drawing/2014/main" id="{8563E30B-7EB0-4F41-C458-6213080FFEFD}"/>
              </a:ext>
            </a:extLst>
          </p:cNvPr>
          <p:cNvSpPr/>
          <p:nvPr/>
        </p:nvSpPr>
        <p:spPr>
          <a:xfrm>
            <a:off x="3999706" y="2543592"/>
            <a:ext cx="197211" cy="458306"/>
          </a:xfrm>
          <a:prstGeom prst="cube">
            <a:avLst>
              <a:gd name="adj" fmla="val 70842"/>
            </a:avLst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立方体 4">
            <a:extLst>
              <a:ext uri="{FF2B5EF4-FFF2-40B4-BE49-F238E27FC236}">
                <a16:creationId xmlns:a16="http://schemas.microsoft.com/office/drawing/2014/main" id="{3092A3CD-4BCC-E7C3-CAF1-4F81B66779FD}"/>
              </a:ext>
            </a:extLst>
          </p:cNvPr>
          <p:cNvSpPr/>
          <p:nvPr/>
        </p:nvSpPr>
        <p:spPr>
          <a:xfrm>
            <a:off x="4101636" y="2543592"/>
            <a:ext cx="197211" cy="458306"/>
          </a:xfrm>
          <a:prstGeom prst="cube">
            <a:avLst>
              <a:gd name="adj" fmla="val 70842"/>
            </a:avLst>
          </a:prstGeom>
          <a:solidFill>
            <a:schemeClr val="accent4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E254318-1C57-F952-88EA-1227856788C6}"/>
              </a:ext>
            </a:extLst>
          </p:cNvPr>
          <p:cNvSpPr/>
          <p:nvPr/>
        </p:nvSpPr>
        <p:spPr>
          <a:xfrm>
            <a:off x="3717784" y="1866723"/>
            <a:ext cx="2499571" cy="1480367"/>
          </a:xfrm>
          <a:prstGeom prst="roundRect">
            <a:avLst>
              <a:gd name="adj" fmla="val 5725"/>
            </a:avLst>
          </a:prstGeom>
          <a:noFill/>
          <a:ln w="952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4748CE-C9DE-3269-A2AC-35D133158DB8}"/>
              </a:ext>
            </a:extLst>
          </p:cNvPr>
          <p:cNvSpPr txBox="1"/>
          <p:nvPr/>
        </p:nvSpPr>
        <p:spPr>
          <a:xfrm>
            <a:off x="4157105" y="1946904"/>
            <a:ext cx="17056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Policy Network</a:t>
            </a:r>
            <a:endParaRPr lang="zh-CN" altLang="en-US" sz="1600" dirty="0"/>
          </a:p>
        </p:txBody>
      </p:sp>
      <p:sp>
        <p:nvSpPr>
          <p:cNvPr id="9" name="梯形 8">
            <a:extLst>
              <a:ext uri="{FF2B5EF4-FFF2-40B4-BE49-F238E27FC236}">
                <a16:creationId xmlns:a16="http://schemas.microsoft.com/office/drawing/2014/main" id="{3E8531AF-0F39-07EE-5E67-9098FF16BDB5}"/>
              </a:ext>
            </a:extLst>
          </p:cNvPr>
          <p:cNvSpPr/>
          <p:nvPr/>
        </p:nvSpPr>
        <p:spPr>
          <a:xfrm rot="5400000">
            <a:off x="5593098" y="2591659"/>
            <a:ext cx="606824" cy="353635"/>
          </a:xfrm>
          <a:prstGeom prst="trapezoid">
            <a:avLst>
              <a:gd name="adj" fmla="val 52689"/>
            </a:avLst>
          </a:prstGeom>
          <a:solidFill>
            <a:srgbClr val="FFFFB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386C1D-9838-80AA-6514-99F47341FAD4}"/>
              </a:ext>
            </a:extLst>
          </p:cNvPr>
          <p:cNvSpPr txBox="1"/>
          <p:nvPr/>
        </p:nvSpPr>
        <p:spPr>
          <a:xfrm>
            <a:off x="3770074" y="2959853"/>
            <a:ext cx="735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ResNet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DA61BD-214C-7CA1-D885-9F83346BBC7E}"/>
              </a:ext>
            </a:extLst>
          </p:cNvPr>
          <p:cNvSpPr txBox="1"/>
          <p:nvPr/>
        </p:nvSpPr>
        <p:spPr>
          <a:xfrm>
            <a:off x="4715728" y="2959853"/>
            <a:ext cx="598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GRU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2985E8-0A1D-34C4-669A-20DF5A250E78}"/>
              </a:ext>
            </a:extLst>
          </p:cNvPr>
          <p:cNvSpPr txBox="1"/>
          <p:nvPr/>
        </p:nvSpPr>
        <p:spPr>
          <a:xfrm>
            <a:off x="5664327" y="2965058"/>
            <a:ext cx="598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MLP</a:t>
            </a:r>
            <a:endParaRPr lang="zh-CN" altLang="en-US" sz="14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6E90882-D311-2A0F-0703-D38CB9223C6F}"/>
              </a:ext>
            </a:extLst>
          </p:cNvPr>
          <p:cNvSpPr/>
          <p:nvPr/>
        </p:nvSpPr>
        <p:spPr>
          <a:xfrm>
            <a:off x="4767091" y="2599199"/>
            <a:ext cx="485713" cy="338554"/>
          </a:xfrm>
          <a:prstGeom prst="roundRect">
            <a:avLst/>
          </a:prstGeom>
          <a:solidFill>
            <a:srgbClr val="F1616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00A97FE-1997-80C8-5264-A05917987D4A}"/>
              </a:ext>
            </a:extLst>
          </p:cNvPr>
          <p:cNvCxnSpPr/>
          <p:nvPr/>
        </p:nvCxnSpPr>
        <p:spPr>
          <a:xfrm>
            <a:off x="4364282" y="2774168"/>
            <a:ext cx="355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893F4A4-F44C-3E3E-71BE-BC7C2DC5C623}"/>
              </a:ext>
            </a:extLst>
          </p:cNvPr>
          <p:cNvCxnSpPr>
            <a:cxnSpLocks/>
          </p:cNvCxnSpPr>
          <p:nvPr/>
        </p:nvCxnSpPr>
        <p:spPr>
          <a:xfrm flipV="1">
            <a:off x="5275970" y="2768476"/>
            <a:ext cx="144930" cy="42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E8A023C9-B5CA-35BC-ABF7-E950CEF94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65" y="927723"/>
            <a:ext cx="1936963" cy="1151328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A25DAB3-C3C1-68FD-D5FD-736509ADC2E9}"/>
              </a:ext>
            </a:extLst>
          </p:cNvPr>
          <p:cNvSpPr/>
          <p:nvPr/>
        </p:nvSpPr>
        <p:spPr>
          <a:xfrm>
            <a:off x="1333500" y="641016"/>
            <a:ext cx="2138694" cy="1480367"/>
          </a:xfrm>
          <a:prstGeom prst="roundRect">
            <a:avLst>
              <a:gd name="adj" fmla="val 5725"/>
            </a:avLst>
          </a:prstGeom>
          <a:noFill/>
          <a:ln w="952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EDB564-27D3-4B96-B744-91EB1E736AF6}"/>
              </a:ext>
            </a:extLst>
          </p:cNvPr>
          <p:cNvSpPr txBox="1"/>
          <p:nvPr/>
        </p:nvSpPr>
        <p:spPr>
          <a:xfrm>
            <a:off x="1745407" y="598341"/>
            <a:ext cx="1248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AirSim</a:t>
            </a:r>
            <a:r>
              <a:rPr lang="en-US" altLang="zh-CN" dirty="0"/>
              <a:t> Env</a:t>
            </a:r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D066E1E-6D69-25A9-8250-5D824C8A47A2}"/>
              </a:ext>
            </a:extLst>
          </p:cNvPr>
          <p:cNvCxnSpPr>
            <a:cxnSpLocks/>
          </p:cNvCxnSpPr>
          <p:nvPr/>
        </p:nvCxnSpPr>
        <p:spPr>
          <a:xfrm>
            <a:off x="3382583" y="1313838"/>
            <a:ext cx="14074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B57E75E-80AC-66E9-9720-B47E8F98A68A}"/>
              </a:ext>
            </a:extLst>
          </p:cNvPr>
          <p:cNvSpPr txBox="1"/>
          <p:nvPr/>
        </p:nvSpPr>
        <p:spPr>
          <a:xfrm>
            <a:off x="2491566" y="2317176"/>
            <a:ext cx="632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Graph Tensor</a:t>
            </a:r>
            <a:endParaRPr lang="zh-CN" altLang="en-US" sz="1200" dirty="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0D7FCBE-0980-0688-51B4-8B4755BB4DB1}"/>
              </a:ext>
            </a:extLst>
          </p:cNvPr>
          <p:cNvSpPr/>
          <p:nvPr/>
        </p:nvSpPr>
        <p:spPr>
          <a:xfrm>
            <a:off x="4218853" y="666232"/>
            <a:ext cx="1600107" cy="1175275"/>
          </a:xfrm>
          <a:prstGeom prst="roundRect">
            <a:avLst>
              <a:gd name="adj" fmla="val 5725"/>
            </a:avLst>
          </a:prstGeom>
          <a:noFill/>
          <a:ln w="952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D11EF9B-8546-732D-1690-64776AF36979}"/>
              </a:ext>
            </a:extLst>
          </p:cNvPr>
          <p:cNvSpPr txBox="1"/>
          <p:nvPr/>
        </p:nvSpPr>
        <p:spPr>
          <a:xfrm>
            <a:off x="4313054" y="641016"/>
            <a:ext cx="1437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Critic Network</a:t>
            </a:r>
            <a:endParaRPr lang="zh-CN" altLang="en-US" sz="1600" dirty="0"/>
          </a:p>
        </p:txBody>
      </p:sp>
      <p:sp>
        <p:nvSpPr>
          <p:cNvPr id="30" name="梯形 29">
            <a:extLst>
              <a:ext uri="{FF2B5EF4-FFF2-40B4-BE49-F238E27FC236}">
                <a16:creationId xmlns:a16="http://schemas.microsoft.com/office/drawing/2014/main" id="{3033191F-6053-A7EF-56E0-F64E3A7183A0}"/>
              </a:ext>
            </a:extLst>
          </p:cNvPr>
          <p:cNvSpPr/>
          <p:nvPr/>
        </p:nvSpPr>
        <p:spPr>
          <a:xfrm rot="5400000">
            <a:off x="4723723" y="1128265"/>
            <a:ext cx="606824" cy="353635"/>
          </a:xfrm>
          <a:prstGeom prst="trapezoid">
            <a:avLst>
              <a:gd name="adj" fmla="val 52689"/>
            </a:avLst>
          </a:prstGeom>
          <a:solidFill>
            <a:srgbClr val="FFFFB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925D45-025B-9DDD-9995-EB9FE2F91BBE}"/>
              </a:ext>
            </a:extLst>
          </p:cNvPr>
          <p:cNvSpPr txBox="1"/>
          <p:nvPr/>
        </p:nvSpPr>
        <p:spPr>
          <a:xfrm>
            <a:off x="4790035" y="1533730"/>
            <a:ext cx="598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MLP</a:t>
            </a:r>
            <a:endParaRPr lang="zh-CN" altLang="en-US" sz="1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8B555DD-E4BE-A3A9-8310-D0659D2C2CF0}"/>
              </a:ext>
            </a:extLst>
          </p:cNvPr>
          <p:cNvSpPr txBox="1"/>
          <p:nvPr/>
        </p:nvSpPr>
        <p:spPr>
          <a:xfrm>
            <a:off x="3429562" y="895733"/>
            <a:ext cx="836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Privileged State</a:t>
            </a:r>
            <a:endParaRPr lang="zh-CN" altLang="en-US" sz="1200" dirty="0"/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6B077AEA-114D-178D-3AC7-923A3A1B4F70}"/>
              </a:ext>
            </a:extLst>
          </p:cNvPr>
          <p:cNvCxnSpPr>
            <a:cxnSpLocks/>
            <a:stCxn id="19" idx="2"/>
          </p:cNvCxnSpPr>
          <p:nvPr/>
        </p:nvCxnSpPr>
        <p:spPr>
          <a:xfrm rot="16200000" flipH="1">
            <a:off x="2850902" y="1673327"/>
            <a:ext cx="651362" cy="15474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流程图: 或者 62">
            <a:extLst>
              <a:ext uri="{FF2B5EF4-FFF2-40B4-BE49-F238E27FC236}">
                <a16:creationId xmlns:a16="http://schemas.microsoft.com/office/drawing/2014/main" id="{CFE8FFE5-8189-9761-DA2C-54061A6E2838}"/>
              </a:ext>
            </a:extLst>
          </p:cNvPr>
          <p:cNvSpPr/>
          <p:nvPr/>
        </p:nvSpPr>
        <p:spPr>
          <a:xfrm>
            <a:off x="5436794" y="2737498"/>
            <a:ext cx="76113" cy="76113"/>
          </a:xfrm>
          <a:prstGeom prst="flowChartOr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CD61D524-0088-F319-B6D7-2DAAE6A9126C}"/>
              </a:ext>
            </a:extLst>
          </p:cNvPr>
          <p:cNvCxnSpPr>
            <a:cxnSpLocks/>
          </p:cNvCxnSpPr>
          <p:nvPr/>
        </p:nvCxnSpPr>
        <p:spPr>
          <a:xfrm flipV="1">
            <a:off x="5546062" y="2764207"/>
            <a:ext cx="144930" cy="42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4BD8DE9-1117-442E-ADB5-6919F99462E8}"/>
              </a:ext>
            </a:extLst>
          </p:cNvPr>
          <p:cNvSpPr txBox="1"/>
          <p:nvPr/>
        </p:nvSpPr>
        <p:spPr>
          <a:xfrm>
            <a:off x="2933973" y="2086343"/>
            <a:ext cx="1044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Final Target Position</a:t>
            </a:r>
            <a:endParaRPr lang="zh-CN" altLang="en-US" sz="1200" dirty="0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E630883B-A583-7E46-5DC5-27B1E3E5D1BD}"/>
              </a:ext>
            </a:extLst>
          </p:cNvPr>
          <p:cNvSpPr/>
          <p:nvPr/>
        </p:nvSpPr>
        <p:spPr>
          <a:xfrm>
            <a:off x="1655929" y="4038249"/>
            <a:ext cx="1493832" cy="723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CEM-MPPI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2C38FA4-4393-33A6-370C-36896B891635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2402845" y="2764207"/>
            <a:ext cx="0" cy="1274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07FE5C95-5861-5643-3EE3-C5C4AFC963D2}"/>
              </a:ext>
            </a:extLst>
          </p:cNvPr>
          <p:cNvCxnSpPr>
            <a:stCxn id="33" idx="2"/>
            <a:endCxn id="63" idx="0"/>
          </p:cNvCxnSpPr>
          <p:nvPr/>
        </p:nvCxnSpPr>
        <p:spPr>
          <a:xfrm rot="16200000" flipH="1">
            <a:off x="3971254" y="1233901"/>
            <a:ext cx="1380100" cy="1627093"/>
          </a:xfrm>
          <a:prstGeom prst="bentConnector3">
            <a:avLst>
              <a:gd name="adj1" fmla="val 690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A99E2006-A9AA-7A60-75CA-BC85E5C81ECC}"/>
              </a:ext>
            </a:extLst>
          </p:cNvPr>
          <p:cNvSpPr/>
          <p:nvPr/>
        </p:nvSpPr>
        <p:spPr>
          <a:xfrm>
            <a:off x="6395430" y="1643369"/>
            <a:ext cx="1863045" cy="5991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Reinforcement Learning</a:t>
            </a:r>
            <a:endParaRPr lang="zh-CN" altLang="en-US" sz="1400" b="1" dirty="0"/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D98FC59-8246-863D-A384-E03C8412B3F9}"/>
              </a:ext>
            </a:extLst>
          </p:cNvPr>
          <p:cNvCxnSpPr>
            <a:cxnSpLocks/>
            <a:stCxn id="9" idx="0"/>
            <a:endCxn id="86" idx="1"/>
          </p:cNvCxnSpPr>
          <p:nvPr/>
        </p:nvCxnSpPr>
        <p:spPr>
          <a:xfrm>
            <a:off x="6073328" y="2768477"/>
            <a:ext cx="838248" cy="21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FB0F13BF-66C4-D9B5-619F-02C2B57638FD}"/>
              </a:ext>
            </a:extLst>
          </p:cNvPr>
          <p:cNvSpPr txBox="1"/>
          <p:nvPr/>
        </p:nvSpPr>
        <p:spPr>
          <a:xfrm>
            <a:off x="6911576" y="2616721"/>
            <a:ext cx="830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4*PWM</a:t>
            </a:r>
            <a:endParaRPr lang="zh-CN" altLang="en-US" sz="1400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BD0A7F45-F43D-AAFE-CD39-ABB0B4F199DF}"/>
              </a:ext>
            </a:extLst>
          </p:cNvPr>
          <p:cNvSpPr txBox="1"/>
          <p:nvPr/>
        </p:nvSpPr>
        <p:spPr>
          <a:xfrm>
            <a:off x="5947675" y="1159949"/>
            <a:ext cx="897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Q-Value</a:t>
            </a:r>
            <a:endParaRPr lang="zh-CN" altLang="en-US" sz="1400" dirty="0"/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D8635A28-5670-4DBB-62B8-6140D197EACA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5258994" y="1313838"/>
            <a:ext cx="688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7A2210D6-C468-8C69-DAE5-6FED77B6ABD5}"/>
              </a:ext>
            </a:extLst>
          </p:cNvPr>
          <p:cNvCxnSpPr>
            <a:stCxn id="87" idx="3"/>
            <a:endCxn id="83" idx="0"/>
          </p:cNvCxnSpPr>
          <p:nvPr/>
        </p:nvCxnSpPr>
        <p:spPr>
          <a:xfrm>
            <a:off x="6845300" y="1313838"/>
            <a:ext cx="481653" cy="3295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EC0E7299-786A-9846-E815-86653FC6E081}"/>
              </a:ext>
            </a:extLst>
          </p:cNvPr>
          <p:cNvCxnSpPr>
            <a:cxnSpLocks/>
            <a:stCxn id="86" idx="0"/>
            <a:endCxn id="83" idx="2"/>
          </p:cNvCxnSpPr>
          <p:nvPr/>
        </p:nvCxnSpPr>
        <p:spPr>
          <a:xfrm flipH="1" flipV="1">
            <a:off x="7326953" y="2242503"/>
            <a:ext cx="1" cy="3742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25510520-5BFF-A98E-C066-FA8A5112D649}"/>
              </a:ext>
            </a:extLst>
          </p:cNvPr>
          <p:cNvCxnSpPr>
            <a:cxnSpLocks/>
            <a:stCxn id="70" idx="3"/>
            <a:endCxn id="98" idx="1"/>
          </p:cNvCxnSpPr>
          <p:nvPr/>
        </p:nvCxnSpPr>
        <p:spPr>
          <a:xfrm>
            <a:off x="3149761" y="4400199"/>
            <a:ext cx="668437" cy="42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F9544DCF-F7E4-4A5B-5A66-85482D2D9DF3}"/>
              </a:ext>
            </a:extLst>
          </p:cNvPr>
          <p:cNvSpPr txBox="1"/>
          <p:nvPr/>
        </p:nvSpPr>
        <p:spPr>
          <a:xfrm>
            <a:off x="3818198" y="4250580"/>
            <a:ext cx="1457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4*Expert PWM</a:t>
            </a:r>
            <a:endParaRPr lang="zh-CN" altLang="en-US" sz="1400" dirty="0"/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F7BFC34B-BD43-2064-1539-02BC18FEAFE0}"/>
              </a:ext>
            </a:extLst>
          </p:cNvPr>
          <p:cNvSpPr/>
          <p:nvPr/>
        </p:nvSpPr>
        <p:spPr>
          <a:xfrm>
            <a:off x="6395431" y="4100632"/>
            <a:ext cx="1863045" cy="5991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Imitation Learning</a:t>
            </a:r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Physical WMSE)</a:t>
            </a:r>
            <a:endParaRPr lang="zh-CN" altLang="en-US" sz="1400" b="1" dirty="0"/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A9DF8108-EB3F-552C-0C23-5281E58A6978}"/>
              </a:ext>
            </a:extLst>
          </p:cNvPr>
          <p:cNvCxnSpPr>
            <a:cxnSpLocks/>
          </p:cNvCxnSpPr>
          <p:nvPr/>
        </p:nvCxnSpPr>
        <p:spPr>
          <a:xfrm>
            <a:off x="5047939" y="4404468"/>
            <a:ext cx="12703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6BC0A7D4-E015-ABAB-4254-1315280CC652}"/>
              </a:ext>
            </a:extLst>
          </p:cNvPr>
          <p:cNvCxnSpPr>
            <a:cxnSpLocks/>
            <a:stCxn id="86" idx="2"/>
            <a:endCxn id="101" idx="0"/>
          </p:cNvCxnSpPr>
          <p:nvPr/>
        </p:nvCxnSpPr>
        <p:spPr>
          <a:xfrm>
            <a:off x="7326954" y="2924498"/>
            <a:ext cx="0" cy="11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254EAB5C-05CC-5CAD-3E58-EB8AFA978E3A}"/>
              </a:ext>
            </a:extLst>
          </p:cNvPr>
          <p:cNvSpPr/>
          <p:nvPr/>
        </p:nvSpPr>
        <p:spPr>
          <a:xfrm>
            <a:off x="8390719" y="2488661"/>
            <a:ext cx="1863045" cy="5991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Adaptively Combined Training</a:t>
            </a:r>
            <a:endParaRPr lang="zh-CN" altLang="en-US" sz="1400" b="1" dirty="0"/>
          </a:p>
        </p:txBody>
      </p: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BBBF48FA-AB7D-655D-75EC-D011F9CF761D}"/>
              </a:ext>
            </a:extLst>
          </p:cNvPr>
          <p:cNvCxnSpPr>
            <a:stCxn id="83" idx="3"/>
            <a:endCxn id="122" idx="0"/>
          </p:cNvCxnSpPr>
          <p:nvPr/>
        </p:nvCxnSpPr>
        <p:spPr>
          <a:xfrm>
            <a:off x="8258475" y="1942936"/>
            <a:ext cx="1063767" cy="5457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连接符: 肘形 125">
            <a:extLst>
              <a:ext uri="{FF2B5EF4-FFF2-40B4-BE49-F238E27FC236}">
                <a16:creationId xmlns:a16="http://schemas.microsoft.com/office/drawing/2014/main" id="{A19A5714-D2A1-96F0-12F7-B97C938DB59B}"/>
              </a:ext>
            </a:extLst>
          </p:cNvPr>
          <p:cNvCxnSpPr>
            <a:cxnSpLocks/>
            <a:stCxn id="101" idx="3"/>
            <a:endCxn id="122" idx="2"/>
          </p:cNvCxnSpPr>
          <p:nvPr/>
        </p:nvCxnSpPr>
        <p:spPr>
          <a:xfrm flipV="1">
            <a:off x="8258476" y="3087795"/>
            <a:ext cx="1063766" cy="13124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8719C318-1C47-D453-C914-4F8BB99DA9D0}"/>
              </a:ext>
            </a:extLst>
          </p:cNvPr>
          <p:cNvSpPr/>
          <p:nvPr/>
        </p:nvSpPr>
        <p:spPr>
          <a:xfrm>
            <a:off x="3382583" y="4962320"/>
            <a:ext cx="1493832" cy="7239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Buffer?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4E83D262-D008-463F-B47C-9F3DB8413F56}"/>
              </a:ext>
            </a:extLst>
          </p:cNvPr>
          <p:cNvSpPr/>
          <p:nvPr/>
        </p:nvSpPr>
        <p:spPr>
          <a:xfrm>
            <a:off x="3818198" y="3566710"/>
            <a:ext cx="1390006" cy="566821"/>
          </a:xfrm>
          <a:prstGeom prst="roundRect">
            <a:avLst/>
          </a:prstGeom>
          <a:solidFill>
            <a:srgbClr val="66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Multi-task training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7" name="连接符: 肘形 136">
            <a:extLst>
              <a:ext uri="{FF2B5EF4-FFF2-40B4-BE49-F238E27FC236}">
                <a16:creationId xmlns:a16="http://schemas.microsoft.com/office/drawing/2014/main" id="{D45B63AA-FF79-2BCD-6F9E-2498EC8DB9D5}"/>
              </a:ext>
            </a:extLst>
          </p:cNvPr>
          <p:cNvCxnSpPr>
            <a:endCxn id="133" idx="1"/>
          </p:cNvCxnSpPr>
          <p:nvPr/>
        </p:nvCxnSpPr>
        <p:spPr>
          <a:xfrm>
            <a:off x="1745407" y="2116181"/>
            <a:ext cx="2072791" cy="1733940"/>
          </a:xfrm>
          <a:prstGeom prst="bentConnector3">
            <a:avLst>
              <a:gd name="adj1" fmla="val 6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4A03B588-C87F-6E16-70C4-2BBA09333CC2}"/>
              </a:ext>
            </a:extLst>
          </p:cNvPr>
          <p:cNvSpPr txBox="1"/>
          <p:nvPr/>
        </p:nvSpPr>
        <p:spPr>
          <a:xfrm>
            <a:off x="2506855" y="3377019"/>
            <a:ext cx="632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Label</a:t>
            </a:r>
            <a:endParaRPr lang="zh-CN" altLang="en-US" sz="1200" dirty="0"/>
          </a:p>
        </p:txBody>
      </p: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FD2BEAE7-4DA2-5308-CC88-E6BEF22EFD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61209" y="3378198"/>
            <a:ext cx="33658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连接符: 肘形 142">
            <a:extLst>
              <a:ext uri="{FF2B5EF4-FFF2-40B4-BE49-F238E27FC236}">
                <a16:creationId xmlns:a16="http://schemas.microsoft.com/office/drawing/2014/main" id="{49D8AE57-F566-BA4E-A348-AA95509871B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09140" y="3378198"/>
            <a:ext cx="33658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EBA771D-2991-5633-43EE-1D2ABEBCD68C}"/>
              </a:ext>
            </a:extLst>
          </p:cNvPr>
          <p:cNvSpPr/>
          <p:nvPr/>
        </p:nvSpPr>
        <p:spPr>
          <a:xfrm>
            <a:off x="1005661" y="4962320"/>
            <a:ext cx="1493832" cy="7239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CEM-MPPI</a:t>
            </a:r>
            <a:r>
              <a:rPr lang="zh-CN" altLang="en-US" dirty="0">
                <a:solidFill>
                  <a:schemeClr val="tx1"/>
                </a:solidFill>
              </a:rPr>
              <a:t>有人干过吗？</a:t>
            </a:r>
          </a:p>
        </p:txBody>
      </p:sp>
    </p:spTree>
    <p:extLst>
      <p:ext uri="{BB962C8B-B14F-4D97-AF65-F5344CB8AC3E}">
        <p14:creationId xmlns:p14="http://schemas.microsoft.com/office/powerpoint/2010/main" val="297280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48</Words>
  <Application>Microsoft Office PowerPoint</Application>
  <PresentationFormat>宽屏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 Chen</dc:creator>
  <cp:lastModifiedBy>Zheng Chen</cp:lastModifiedBy>
  <cp:revision>4</cp:revision>
  <dcterms:created xsi:type="dcterms:W3CDTF">2025-08-10T08:06:38Z</dcterms:created>
  <dcterms:modified xsi:type="dcterms:W3CDTF">2025-08-11T08:33:51Z</dcterms:modified>
</cp:coreProperties>
</file>